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講義の導入スライド。目的：Linuxにおける権限管理の全体像とSELinuxの位置づけを理解する。</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ここでは、誤操作や侵入による被害を最小限にするための基本概念として権限管理の重要性を説明する。</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最小権限の原則は全てのアクセス制御方式の根本にある考え方。</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図で説明予定：ユーザー→OS権限層→システムリソース、の3層モデルを視覚化。</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ここでゴールを明確に伝えることで、受講者の理解を助ける。</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図の補足説明：各層が独立して機能し、侵入や誤操作を多段的に防ぐ構造を示す。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Linuxにおける権限管理の全体像とSELinuxの実務</a:t>
            </a:r>
          </a:p>
        </p:txBody>
      </p:sp>
      <p:sp>
        <p:nvSpPr>
          <p:cNvPr id="3" name="Content Placeholder 2"/>
          <p:cNvSpPr>
            <a:spLocks noGrp="1"/>
          </p:cNvSpPr>
          <p:nvPr>
            <p:ph idx="1"/>
          </p:nvPr>
        </p:nvSpPr>
        <p:spPr/>
        <p:txBody>
          <a:bodyPr/>
          <a:lstStyle/>
          <a:p>
            <a:r>
              <a:t>～ DAC（任意アクセス制御）・Capability（ケーパビリティ）・MAC（強制アクセス制御）の概念から実装まで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権限管理の重要性</a:t>
            </a:r>
          </a:p>
        </p:txBody>
      </p:sp>
      <p:sp>
        <p:nvSpPr>
          <p:cNvPr id="3" name="Content Placeholder 2"/>
          <p:cNvSpPr>
            <a:spLocks noGrp="1"/>
          </p:cNvSpPr>
          <p:nvPr>
            <p:ph idx="1"/>
          </p:nvPr>
        </p:nvSpPr>
        <p:spPr/>
        <p:txBody>
          <a:bodyPr/>
          <a:lstStyle/>
          <a:p>
            <a:r>
              <a:t>システムの安全性を維持するためには、ユーザーやプロセスの行動を適切に制御することが不可欠。</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最小権限の原則（Principle of Least Privilege）</a:t>
            </a:r>
          </a:p>
        </p:txBody>
      </p:sp>
      <p:sp>
        <p:nvSpPr>
          <p:cNvPr id="3" name="Content Placeholder 2"/>
          <p:cNvSpPr>
            <a:spLocks noGrp="1"/>
          </p:cNvSpPr>
          <p:nvPr>
            <p:ph idx="1"/>
          </p:nvPr>
        </p:nvSpPr>
        <p:spPr/>
        <p:txBody>
          <a:bodyPr/>
          <a:lstStyle/>
          <a:p>
            <a:r>
              <a:t>ユーザーやプロセスには、業務遂行に必要最小限の権限だけを与える。</a:t>
            </a:r>
          </a:p>
          <a:p>
            <a:r>
              <a:t>過剰な権限はリスクを増大させる。</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多層防御（Defense in Depth）</a:t>
            </a:r>
          </a:p>
        </p:txBody>
      </p:sp>
      <p:sp>
        <p:nvSpPr>
          <p:cNvPr id="3" name="Content Placeholder 2"/>
          <p:cNvSpPr>
            <a:spLocks noGrp="1"/>
          </p:cNvSpPr>
          <p:nvPr>
            <p:ph idx="1"/>
          </p:nvPr>
        </p:nvSpPr>
        <p:spPr/>
        <p:txBody>
          <a:bodyPr/>
          <a:lstStyle/>
          <a:p>
            <a:r>
              <a:t>1つの防御層が破られても、他の層で被害を食い止める考え方。</a:t>
            </a:r>
          </a:p>
          <a:p>
            <a:r>
              <a:t>DAC、Capability、SELinux（MAC）はそれぞれ独立した防御層として機能する。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本講義の到達目標</a:t>
            </a:r>
          </a:p>
        </p:txBody>
      </p:sp>
      <p:sp>
        <p:nvSpPr>
          <p:cNvPr id="3" name="Content Placeholder 2"/>
          <p:cNvSpPr>
            <a:spLocks noGrp="1"/>
          </p:cNvSpPr>
          <p:nvPr>
            <p:ph idx="1"/>
          </p:nvPr>
        </p:nvSpPr>
        <p:spPr/>
        <p:txBody>
          <a:bodyPr/>
          <a:lstStyle/>
          <a:p>
            <a:r>
              <a:t>・DAC、Capability、MACの基本概念を説明できる。</a:t>
            </a:r>
          </a:p>
          <a:p>
            <a:r>
              <a:t>・SELinuxの目的と仕組みを理解する。</a:t>
            </a:r>
          </a:p>
          <a:p>
            <a:r>
              <a:t>・運用での設定・トラブル対応の流れを把握する。</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【図解】多層防御モデル（Defense in Depth）</a:t>
            </a:r>
          </a:p>
        </p:txBody>
      </p:sp>
      <p:sp>
        <p:nvSpPr>
          <p:cNvPr id="3" name="Content Placeholder 2"/>
          <p:cNvSpPr>
            <a:spLocks noGrp="1"/>
          </p:cNvSpPr>
          <p:nvPr>
            <p:ph idx="1"/>
          </p:nvPr>
        </p:nvSpPr>
        <p:spPr/>
        <p:txBody>
          <a:bodyPr/>
          <a:lstStyle/>
          <a:p>
            <a:r>
              <a:t>（ここに図を追加）</a:t>
            </a:r>
          </a:p>
          <a:p>
            <a:r>
              <a:t>推奨構成：左から右に矢印で以下を配置</a:t>
            </a:r>
          </a:p>
          <a:p>
            <a:r>
              <a:t>[ユーザー] → [DAC（任意アクセス制御）] → [Capability（特権分割）] → [MAC（強制アクセス制御：SELinux）] → [システムリソース]</a:t>
            </a:r>
          </a:p>
          <a:p>
            <a:r>
              <a:t>下部に注記：「複数層の制御が連携して全体を守る」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