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ここではUNIX系OSの標準的なアクセス制御の実装としてDACを説明する。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ls -lで確認可能。chownで所有者、chgrpでグループを変更できる。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例: chmod 755 file.txt → 所有者:rwx、グループ:rx、その他:rx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例: setfacl -m u:alice:rwx file.txt で、特定ユーザーに権限付与。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例: setcap 'cap_net_bind_service=+ep' /usr/sbin/nginx で80番ポート利用を許可。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ping, nginx, systemdなど、多くのシステムプロセスが限定的にCapabilityを利用している。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systemdやDockerコンテナでも、Capabilityを制御することで安全性を高めている。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本講義ではSELinuxを中心に解説。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構築・検証時はPermissiveで運用し、安定後にEnforcingへ移行するのが一般的。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図では、各層が順にアクセス制御を行う流れを示す。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LinuxにおけるDACの実装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Linuxの基本的なアクセス制御はDAC（任意アクセス制御）モデルに基づく。</a:t>
            </a:r>
          </a:p>
          <a:p>
            <a:r>
              <a:t>ファイルの所有者とパーミッションビット（rwx）でアクセスを制御。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ファイル所有者とグループ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各ファイルには「所有者（user）」と「グループ（group）」が存在。</a:t>
            </a:r>
          </a:p>
          <a:p>
            <a:r>
              <a:t>アクセス権限は「所有者」「グループ」「その他（others）」で区分される。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権限確認と変更コマンド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ls -l : 権限確認</a:t>
            </a:r>
          </a:p>
          <a:p>
            <a:r>
              <a:t>• chmod : 権限変更</a:t>
            </a:r>
          </a:p>
          <a:p>
            <a:r>
              <a:t>• chown / chgrp : 所有者・グループ変更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ACL（Access Control List）の補助的機能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DACを補完する仕組みとしてACLがあり、個別ユーザー単位のアクセス制御が可能。</a:t>
            </a:r>
          </a:p>
          <a:p>
            <a:r>
              <a:t>setfacl / getfacl コマンドで操作する。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Capabilityの確認（getcap / setcap）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Linuxではroot特権をCapabilityとして細分化。</a:t>
            </a:r>
          </a:p>
          <a:p>
            <a:r>
              <a:t>getcapで確認、setcapで付与可能。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よく使われるCapabilityの実例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CAP_NET_BIND_SERVICE : 1024未満ポート利用可</a:t>
            </a:r>
          </a:p>
          <a:p>
            <a:r>
              <a:t>• CAP_SYS_BOOT : システム再起動可能</a:t>
            </a:r>
          </a:p>
          <a:p>
            <a:r>
              <a:t>• CAP_SYS_TIME : 時刻変更可能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Capability削減によるリスク低減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プロセスに本当に必要なCapabilityのみを付与することで、侵害時の被害範囲を限定できる。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MACのLinux実装（SELinuxとAppArmor）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LinuxではMAC（強制アクセス制御）の実装としてSELinuxとAppArmorが存在。</a:t>
            </a:r>
          </a:p>
          <a:p>
            <a:r>
              <a:t>SELinuxはポリシーベース、AppArmorはパスベースで制御。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SELinuxの導入確認とモード確認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getenforce : 現在のモードを表示（Enforcing / Permissive / Disabled）</a:t>
            </a:r>
          </a:p>
          <a:p>
            <a:r>
              <a:t>• sestatus : SELinuxの状態を詳細表示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【図解】Linuxの3層権限モデル（後で追加）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（ここに図を追加）</a:t>
            </a:r>
          </a:p>
          <a:p>
            <a:r>
              <a:t>推奨構成：左から右に矢印で DAC → Capability → SELinux。</a:t>
            </a:r>
          </a:p>
          <a:p>
            <a:r>
              <a:t>それぞれをOS内部の層として表現。</a:t>
            </a:r>
          </a:p>
          <a:p>
            <a:r>
              <a:t>注記：「3層連携による多層防御」。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