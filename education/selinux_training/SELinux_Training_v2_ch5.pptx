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disableは最終手段。設定やポリシーの調整で解決できることが多い。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段階的に安全性を確保するプロセスを強調する。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Ansible等で構成管理に組み込むと再現性が高まる。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ログ解析を通じてポリシーをチューニングする運用サイクルを理解させる。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変更管理の透明性と再現性を重視する。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顧客要件・旧システムなど例外的事情で無効化する場合の注意点を説明。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すべての層を併用することで、侵入や誤操作を段階的に防御する。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視覚的に全体をまとめ、講義の締めくくりに使う。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SELinux運用の基本方針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SELinuxは原則として無効化しない。</a:t>
            </a:r>
          </a:p>
          <a:p>
            <a:r>
              <a:t>• 検証時はpermissiveモードで動作確認。</a:t>
            </a:r>
          </a:p>
          <a:p>
            <a:r>
              <a:t>• 安定後にenforcingモードで本番運用。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実運用の典型的な流れ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SELinux有効状態で構築</a:t>
            </a:r>
          </a:p>
          <a:p>
            <a:r>
              <a:t>2. permissiveで検証しログ分析</a:t>
            </a:r>
          </a:p>
          <a:p>
            <a:r>
              <a:t>3. 必要な許可ルールを追加</a:t>
            </a:r>
          </a:p>
          <a:p>
            <a:r>
              <a:t>4. enforcingで本番稼働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設定管理のポイント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Booleans: サービスごとの可否設定</a:t>
            </a:r>
          </a:p>
          <a:p>
            <a:r>
              <a:t>• fcontext: ファイルのデフォルトラベル管理</a:t>
            </a:r>
          </a:p>
          <a:p>
            <a:r>
              <a:t>• restorecon/chcon: ラベル修正</a:t>
            </a:r>
          </a:p>
          <a:p>
            <a:r>
              <a:t>• semodule: ポリシー適用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auditログ対応の実務手順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/var/log/audit/audit.log を確認</a:t>
            </a:r>
          </a:p>
          <a:p>
            <a:r>
              <a:t>2. audit2whyで原因を分析</a:t>
            </a:r>
          </a:p>
          <a:p>
            <a:r>
              <a:t>3. 必要ならaudit2allowでルール生成</a:t>
            </a:r>
          </a:p>
          <a:p>
            <a:r>
              <a:t>4. semodule -iで適用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ポリシー更新・保守のベストプラクティス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カスタムポリシーは最小限に</a:t>
            </a:r>
          </a:p>
          <a:p>
            <a:r>
              <a:t>• 更新履歴を管理（Git等）</a:t>
            </a:r>
          </a:p>
          <a:p>
            <a:r>
              <a:t>• 定期的にauditログを確認</a:t>
            </a:r>
          </a:p>
          <a:p>
            <a:r>
              <a:t>• Booleans変更は台帳で記録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SELinux無効化の判断基準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極力避ける。</a:t>
            </a:r>
          </a:p>
          <a:p>
            <a:r>
              <a:t>• どうしても必要な場合は理由を明確化。</a:t>
            </a:r>
          </a:p>
          <a:p>
            <a:r>
              <a:t>• 無効化前にpermissiveでの再検証を行う。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多層防御（Defense in Depth）のまとめ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DAC（任意アクセス制御）: 柔軟だがroot無双</a:t>
            </a:r>
          </a:p>
          <a:p>
            <a:r>
              <a:t>• Capability（特権分割）: root権限の最小化</a:t>
            </a:r>
          </a:p>
          <a:p>
            <a:r>
              <a:t>• SELinux（強制アクセス制御）: rootでも制限</a:t>
            </a:r>
          </a:p>
          <a:p>
            <a:r>
              <a:t>→ 3層連携による多層防御を実現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【図解】多層防御ピラミッドと運用フロー（後で追加）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推奨構成:</a:t>
            </a:r>
          </a:p>
          <a:p>
            <a:r>
              <a:t>• ピラミッド状に下から DAC → Capability → SELinux を配置</a:t>
            </a:r>
          </a:p>
          <a:p>
            <a:r>
              <a:t>• 横に運用フロー: 構築 → 検証 → 本番</a:t>
            </a:r>
          </a:p>
          <a:p>
            <a:r>
              <a:t>• 注記: 「運用も多層防御の一部」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