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本章ではDAC・MAC・Capabilityという3つのモデルの概念・特徴・限界を理解する。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UNIXのrwxパーミッションモデルに代表される。柔軟だが、所有者の裁量が過大。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ls -lコマンドで確認できる基本的アクセス権。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しかし、権限の委譲や設定ミスによる情報漏えいのリスクも存在する。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この限界を補うため、CapabilityやMACが導入された。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これにより、rootを完全特権とせず、最小権限での運用が可能になった。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プロセスに必要なCapabilityのみを与えることで、侵害時の被害を限定できる。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setcap/getcapコマンドで権限を操作できる。例: setcap 'cap_net_bind_service=+ep' /usr/sbin/nginx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管理者が定義したポリシーに従い、rootであっても未許可の操作はブロックされる。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柔軟性よりも安全性を優先する考え方。SELinuxやAppArmorが代表例。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3つは競合ではなく補完関係にあり、組み合わせて多層防御を実現する。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図では、各層の関係を視覚的に示し、概念理解を助ける。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アクセス制御モデルの全体像（Access Control Models Overview）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アクセス制御は、主体（ユーザーやプロセス）が客体（ファイルやリソース）に対してどのような操作を行えるかを決定する仕組み。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DAC（任意アクセス制御: Discretionary Access Control）の思想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リソースの所有者が、自分の判断でアクセス権限を与えたり制限したりできる方式。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DACの仕組み（rwxパーミッション）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例: -rw-r--r-- user group file</a:t>
            </a:r>
          </a:p>
          <a:p>
            <a:r>
              <a:t>・所有者: 読み/書き/実行権限</a:t>
            </a:r>
          </a:p>
          <a:p>
            <a:r>
              <a:t>・グループ/他ユーザー: 制限付き権限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DACのメリット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・シンプルで柔軟</a:t>
            </a:r>
          </a:p>
          <a:p>
            <a:r>
              <a:t>・ユーザー主体の管理が可能</a:t>
            </a:r>
          </a:p>
          <a:p>
            <a:r>
              <a:t>・既存のUNIX/Linuxで標準的に利用可能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DACの限界（root無双問題）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rootユーザーはすべてのリソースにアクセス可能。</a:t>
            </a:r>
          </a:p>
          <a:p>
            <a:r>
              <a:t>→ rootが侵入者に奪われると、システム全体が危険にさらされる。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Capability（ケーパビリティ）の登場背景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Linuxカーネル2.2以降で導入。</a:t>
            </a:r>
          </a:p>
          <a:p>
            <a:r>
              <a:t>root特権を小さな権能に分割し、プロセス単位で付与できるようにした。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Capabilityの考え方（root特権の分割）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Capability = root権限の細分化。</a:t>
            </a:r>
          </a:p>
          <a:p>
            <a:r>
              <a:t>例: CAP_NET_BIND_SERVICE → 1024未満ポート利用</a:t>
            </a:r>
          </a:p>
          <a:p>
            <a:r>
              <a:t>     CAP_SYS_TIME → システム時刻変更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Capabilityの具体例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CAP_NET_BIND_SERVICE: 80番ポートを非rootで使用可</a:t>
            </a:r>
          </a:p>
          <a:p>
            <a:r>
              <a:t>• CAP_SYS_BOOT: 再起動可能</a:t>
            </a:r>
          </a:p>
          <a:p>
            <a:r>
              <a:t>• CAP_NET_ADMIN: ネットワーク設定変更可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MAC（強制アクセス制御: Mandatory Access Control）の思想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システム全体のセキュリティポリシーに基づき、すべてのアクセスを一元的に管理する方式。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MACの特徴と利点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・セキュリティポリシーによる強制管理</a:t>
            </a:r>
          </a:p>
          <a:p>
            <a:r>
              <a:t>・root権限の誤用を防止</a:t>
            </a:r>
          </a:p>
          <a:p>
            <a:r>
              <a:t>・マルウェア感染や侵入時の被害を局所化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DAC・Capability・MACの比較まとめ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DAC: 所有者が自由に設定（柔軟だが危険）</a:t>
            </a:r>
          </a:p>
          <a:p>
            <a:r>
              <a:t>• Capability: root権限を分割（最小権限化）</a:t>
            </a:r>
          </a:p>
          <a:p>
            <a:r>
              <a:t>• MAC: ポリシーで強制制御（rootも制限）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【図解】DAC・Capability・MACの関係図（後で追加）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（ここに図を追加）</a:t>
            </a:r>
          </a:p>
          <a:p>
            <a:r>
              <a:t>推奨構成：三層ピラミッドまたは左から右への流れで配置。</a:t>
            </a:r>
          </a:p>
          <a:p>
            <a:r>
              <a:t>下から順に DAC → Capability → MAC。</a:t>
            </a:r>
          </a:p>
          <a:p>
            <a:r>
              <a:t>上に行くほど制御が強く、柔軟性は低い。</a:t>
            </a:r>
          </a:p>
          <a:p>
            <a:r>
              <a:t>注記：「3つを組み合わせて多層防御を実現」。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